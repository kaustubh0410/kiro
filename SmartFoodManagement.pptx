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0" y="9144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0">
                <a:solidFill>
                  <a:srgbClr val="FFFFFF"/>
                </a:solidFill>
              </a:rPr>
              <a:t>🍽️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Smart Food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9260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ECF0F1"/>
                </a:solidFill>
              </a:rPr>
              <a:t>Intelligent Platform for Zero Food Waste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1148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39C12"/>
                </a:solidFill>
              </a:rPr>
              <a:t>1.3 Billion Tonnes of food wasted annually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4008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95A5A6"/>
                </a:solidFill>
              </a:rPr>
              <a:t>(c) JTP Co., Ltd. All Rights Reserved.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A Global Food Waste Crisis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011680"/>
            <a:ext cx="3200400" cy="320040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0" y="2011680"/>
            <a:ext cx="3200400" cy="7315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37744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</a:rPr>
              <a:t>🗑️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38328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39C12"/>
                </a:solidFill>
              </a:rPr>
              <a:t>1.3B Tonnes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20624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ECF0F1"/>
                </a:solidFill>
              </a:rPr>
              <a:t>Food wasted yearly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2011680"/>
            <a:ext cx="3200400" cy="320040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0" y="2011680"/>
            <a:ext cx="3200400" cy="7315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237744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</a:rPr>
              <a:t>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338328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39C12"/>
                </a:solidFill>
              </a:rPr>
              <a:t>$1 Trillion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420624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ECF0F1"/>
                </a:solidFill>
              </a:rPr>
              <a:t>Economic loss annually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2011680"/>
            <a:ext cx="3200400" cy="320040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12480" y="2011680"/>
            <a:ext cx="3200400" cy="7315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0" y="237744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</a:rPr>
              <a:t>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338328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E74C3C"/>
                </a:solidFill>
              </a:rPr>
              <a:t>828 Million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420624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ECF0F1"/>
                </a:solidFill>
              </a:rPr>
              <a:t>People go hungry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0" y="64008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95A5A6"/>
                </a:solidFill>
              </a:rPr>
              <a:t>(c) JTP Co., Ltd. All Rights Reserved.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ECF0F1"/>
                </a:solidFill>
              </a:rPr>
              <a:t>The Challenge &amp; Our Answer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4754880" cy="438912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4754880" cy="7315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828800"/>
            <a:ext cx="3840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</a:rPr>
              <a:t>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01752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Forgotten Food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840480"/>
            <a:ext cx="3840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ECF0F1"/>
                </a:solidFill>
              </a:rPr>
              <a:t>Households throw away food because they forget what is in their fridge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32004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2ECC71"/>
                </a:solidFill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1371600"/>
            <a:ext cx="4754880" cy="438912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1371600"/>
            <a:ext cx="4754880" cy="73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0" y="1828800"/>
            <a:ext cx="3840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301752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2ECC71"/>
                </a:solidFill>
              </a:rPr>
              <a:t>Smart Inventory Tracking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3840480"/>
            <a:ext cx="3840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ECF0F1"/>
                </a:solidFill>
              </a:rPr>
              <a:t>Automatic reminders before food expires. Never waste forgotten items again.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0" y="64008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95A5A6"/>
                </a:solidFill>
              </a:rPr>
              <a:t>(c) JTP Co., Ltd. All Rights Reserved.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ECF0F1"/>
                </a:solidFill>
              </a:rPr>
              <a:t>The Challenge &amp; Our Answer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4754880" cy="438912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4754880" cy="7315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828800"/>
            <a:ext cx="3840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</a:rPr>
              <a:t>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01752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Wasted Surplus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840480"/>
            <a:ext cx="3840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ECF0F1"/>
                </a:solidFill>
              </a:rPr>
              <a:t>Restaurants &amp; stores discard surplus with no way to redistribute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32004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2ECC71"/>
                </a:solidFill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1371600"/>
            <a:ext cx="4754880" cy="438912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1371600"/>
            <a:ext cx="4754880" cy="73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0" y="1828800"/>
            <a:ext cx="3840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</a:rPr>
              <a:t>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301752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2ECC71"/>
                </a:solidFill>
              </a:rPr>
              <a:t>Surplus Food Marketplace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3840480"/>
            <a:ext cx="3840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ECF0F1"/>
                </a:solidFill>
              </a:rPr>
              <a:t>Connects donors with food banks &amp; NGOs instantly. Every extra meal finds a home.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0" y="64008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95A5A6"/>
                </a:solidFill>
              </a:rPr>
              <a:t>(c) JTP Co., Ltd. All Rights Reserved.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ECF0F1"/>
                </a:solidFill>
              </a:rPr>
              <a:t>The Challenge &amp; Our Answer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4754880" cy="438912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4754880" cy="7315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828800"/>
            <a:ext cx="3840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</a:rPr>
              <a:t>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01752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Unused Ingredients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840480"/>
            <a:ext cx="3840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ECF0F1"/>
                </a:solidFill>
              </a:rPr>
              <a:t>People do not know how to use leftover ingredients creatively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32004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2ECC71"/>
                </a:solidFill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1371600"/>
            <a:ext cx="4754880" cy="438912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1371600"/>
            <a:ext cx="4754880" cy="73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0" y="1828800"/>
            <a:ext cx="3840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</a:rPr>
              <a:t>👨‍🍳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301752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2ECC71"/>
                </a:solidFill>
              </a:rPr>
              <a:t>AI Recipe Suggestions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3840480"/>
            <a:ext cx="3840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ECF0F1"/>
                </a:solidFill>
              </a:rPr>
              <a:t>Creates delicious meals from what you already have. Turn leftovers into feasts.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0" y="64008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95A5A6"/>
                </a:solidFill>
              </a:rPr>
              <a:t>(c) JTP Co., Ltd. All Rights Reserved.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Six Superpowers in One Platform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45920"/>
            <a:ext cx="3291840" cy="219456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3291840" cy="73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>
                <a:solidFill>
                  <a:srgbClr val="FFFFFF"/>
                </a:solidFill>
              </a:rPr>
              <a:t>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517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Smart Expiry Alerts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CF0F1"/>
                </a:solidFill>
              </a:rPr>
              <a:t>Never let food expire unnoticed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645920"/>
            <a:ext cx="3291840" cy="219456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80560" y="1645920"/>
            <a:ext cx="3291840" cy="7315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92024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>
                <a:solidFill>
                  <a:srgbClr val="FFFFFF"/>
                </a:solidFill>
              </a:rPr>
              <a:t>🧑‍🍳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517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AI Recipe Suggestions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2004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CF0F1"/>
                </a:solidFill>
              </a:rPr>
              <a:t>Cook smart with what you have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645920"/>
            <a:ext cx="3291840" cy="219456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645920"/>
            <a:ext cx="3291840" cy="73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92024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>
                <a:solidFill>
                  <a:srgbClr val="FFFFFF"/>
                </a:solidFill>
              </a:rPr>
              <a:t>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6517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Community Food Sharing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2004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CF0F1"/>
                </a:solidFill>
              </a:rPr>
              <a:t>Share surplus with neighbors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206240"/>
            <a:ext cx="3291840" cy="219456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4206240"/>
            <a:ext cx="3291840" cy="7315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48056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2120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Waste Analytics Dashboard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7607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CF0F1"/>
                </a:solidFill>
              </a:rPr>
              <a:t>Track and reduce your waste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4206240"/>
            <a:ext cx="3291840" cy="219456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80560" y="4206240"/>
            <a:ext cx="3291840" cy="73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3440" y="448056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>
                <a:solidFill>
                  <a:srgbClr val="FFFFFF"/>
                </a:solidFill>
              </a:rPr>
              <a:t>❤️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52120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Donation Network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57607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CF0F1"/>
                </a:solidFill>
              </a:rPr>
              <a:t>Connect with food banks easily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8160" y="4206240"/>
            <a:ext cx="3291840" cy="219456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38160" y="4206240"/>
            <a:ext cx="3291840" cy="7315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0" y="448056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>
                <a:solidFill>
                  <a:srgbClr val="FFFFFF"/>
                </a:solidFill>
              </a:rPr>
              <a:t>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52120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Multi-platform Access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57607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CF0F1"/>
                </a:solidFill>
              </a:rPr>
              <a:t>Use on any device, anywhere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0" y="64008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95A5A6"/>
                </a:solidFill>
              </a:rPr>
              <a:t>(c) JTP Co., Ltd. All Rights Reserved.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How It Works For You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1645920"/>
            <a:ext cx="10058400" cy="109728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" y="1645920"/>
            <a:ext cx="73152" cy="109728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783080"/>
            <a:ext cx="73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</a:rPr>
              <a:t>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7373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Works on any device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2240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Seamless experience on phone, tablet, or computer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017520"/>
            <a:ext cx="10058400" cy="109728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0" y="3017520"/>
            <a:ext cx="73152" cy="109728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3154680"/>
            <a:ext cx="73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</a:rPr>
              <a:t>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31089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Lightning-fast &amp; beautiful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3611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Instant responses with an intuitive, clean design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" y="4389120"/>
            <a:ext cx="10058400" cy="109728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4389120"/>
            <a:ext cx="73152" cy="10972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4526280"/>
            <a:ext cx="73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</a:rPr>
              <a:t>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44805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Your data is always safe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9834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Bank-level security protecting your information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" y="5760720"/>
            <a:ext cx="10058400" cy="109728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05840" y="5760720"/>
            <a:ext cx="73152" cy="109728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5897880"/>
            <a:ext cx="73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</a:rPr>
              <a:t>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5852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Smart AI that learns your habits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63550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Gets better and more personalized the more you use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0" y="64008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95A5A6"/>
                </a:solidFill>
              </a:rPr>
              <a:t>(c) JTP Co., Ltd. All Rights Reserved.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The Impact We Will Create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011680"/>
            <a:ext cx="3200400" cy="320040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0" y="2011680"/>
            <a:ext cx="3200400" cy="73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2ECC71"/>
                </a:solidFill>
              </a:rPr>
              <a:t>50%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1148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Less household food waste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2011680"/>
            <a:ext cx="3200400" cy="320040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54880" y="2011680"/>
            <a:ext cx="3200400" cy="7315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274320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39C12"/>
                </a:solidFill>
              </a:rPr>
              <a:t>10M+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41148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Meals redistributed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2011680"/>
            <a:ext cx="3200400" cy="320040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80" y="2011680"/>
            <a:ext cx="3200400" cy="73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0" y="274320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2ECC71"/>
                </a:solidFill>
              </a:rPr>
              <a:t>ZERO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41148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Food expires forgotten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64008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95A5A6"/>
                </a:solidFill>
              </a:rPr>
              <a:t>(c) JTP Co., Ltd. All Rights Reserved.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Our Journey Forward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1874520" y="2514600"/>
            <a:ext cx="10058400" cy="548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463040" y="2011680"/>
            <a:ext cx="822960" cy="82296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08960"/>
            <a:ext cx="2468880" cy="182880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108960"/>
            <a:ext cx="2468880" cy="73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38328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📋 Smart Inventory &amp; Alerts</a:t>
            </a:r>
          </a:p>
        </p:txBody>
      </p:sp>
      <p:sp>
        <p:nvSpPr>
          <p:cNvPr id="9" name="Oval 8"/>
          <p:cNvSpPr/>
          <p:nvPr/>
        </p:nvSpPr>
        <p:spPr>
          <a:xfrm>
            <a:off x="4297680" y="2011680"/>
            <a:ext cx="822960" cy="822960"/>
          </a:xfrm>
          <a:prstGeom prst="ellipse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3108960"/>
            <a:ext cx="2468880" cy="182880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720" y="3108960"/>
            <a:ext cx="2468880" cy="7315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338328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🧑‍🍳 AI Recipes &amp; Community Sharing</a:t>
            </a:r>
          </a:p>
        </p:txBody>
      </p:sp>
      <p:sp>
        <p:nvSpPr>
          <p:cNvPr id="13" name="Oval 12"/>
          <p:cNvSpPr/>
          <p:nvPr/>
        </p:nvSpPr>
        <p:spPr>
          <a:xfrm>
            <a:off x="7132320" y="2011680"/>
            <a:ext cx="822960" cy="822960"/>
          </a:xfrm>
          <a:prstGeom prst="ellipse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3108960"/>
            <a:ext cx="2468880" cy="182880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3108960"/>
            <a:ext cx="2468880" cy="73152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38328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🏪 Marketplace &amp; Donation Network</a:t>
            </a:r>
          </a:p>
        </p:txBody>
      </p:sp>
      <p:sp>
        <p:nvSpPr>
          <p:cNvPr id="17" name="Oval 16"/>
          <p:cNvSpPr/>
          <p:nvPr/>
        </p:nvSpPr>
        <p:spPr>
          <a:xfrm>
            <a:off x="9966960" y="2011680"/>
            <a:ext cx="822960" cy="822960"/>
          </a:xfrm>
          <a:prstGeom prst="ellipse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108960"/>
            <a:ext cx="2468880" cy="182880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0" y="3108960"/>
            <a:ext cx="2468880" cy="73152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338328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🌍 Global Expansion &amp; Partnerships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0" y="64008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95A5A6"/>
                </a:solidFill>
              </a:rPr>
              <a:t>(c) JTP Co., Ltd. All Rights Reserved.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15600" y="0"/>
            <a:ext cx="1676095" cy="36576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828800" cy="36576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57200" y="457200"/>
            <a:ext cx="548640" cy="54864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0" y="5486400"/>
            <a:ext cx="457200" cy="457200"/>
          </a:xfrm>
          <a:prstGeom prst="ellipse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0" y="91440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0">
                <a:solidFill>
                  <a:srgbClr val="2ECC71"/>
                </a:solidFill>
              </a:rPr>
              <a:t>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560320"/>
            <a:ext cx="94484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</a:rPr>
              <a:t>Smart Food Management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65760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ECC71"/>
                </a:solidFill>
              </a:rPr>
              <a:t>Every Meal Matters. Zero Waste. Full Plates.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754880"/>
            <a:ext cx="94484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</a:rPr>
              <a:t>JTP Co., Ltd.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4008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95A5A6"/>
                </a:solidFill>
              </a:rPr>
              <a:t>(c) JTP Co., Ltd. All Rights Reserved.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