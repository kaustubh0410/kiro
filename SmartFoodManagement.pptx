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tit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838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JTP Co., Ltd.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CF0F1"/>
                </a:solidFill>
              </a:rPr>
              <a:t>Kaustubh Londhe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182880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7744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</a:rPr>
              <a:t>Smart Food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ECF0F1"/>
                </a:solidFill>
              </a:rPr>
              <a:t>Intelligent Platform for Zero Food Waste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72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39C12"/>
                </a:solidFill>
              </a:rPr>
              <a:t>1.3 Billion Tonnes of food wasted annually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4008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95A5A6"/>
                </a:solidFill>
              </a:rPr>
              <a:t>(c) JTP Co., Ltd. All Rights Reserved.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cris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838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39C12"/>
                </a:solidFill>
              </a:rPr>
              <a:t>THE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Every Day, Food Goes to Waste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011680"/>
            <a:ext cx="3200400" cy="32004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011680"/>
            <a:ext cx="320040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56032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39C12"/>
                </a:solidFill>
              </a:rPr>
              <a:t>1.3B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4747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Tonnes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20624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ECF0F1"/>
                </a:solidFill>
              </a:rPr>
              <a:t>Food wasted yearly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2011680"/>
            <a:ext cx="3200400" cy="32004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54880" y="2011680"/>
            <a:ext cx="320040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256032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39C12"/>
                </a:solidFill>
              </a:rPr>
              <a:t>$1 Trillion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20624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ECF0F1"/>
                </a:solidFill>
              </a:rPr>
              <a:t>Economic loss annually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2011680"/>
            <a:ext cx="3200400" cy="32004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0" y="2011680"/>
            <a:ext cx="3200400" cy="7315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0" y="256032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E74C3C"/>
                </a:solidFill>
              </a:rPr>
              <a:t>828 Million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20624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ECF0F1"/>
                </a:solidFill>
              </a:rPr>
              <a:t>People go hungry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64008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95A5A6"/>
                </a:solidFill>
              </a:rPr>
              <a:t>(c) JTP Co., Ltd. All Rights Reserved.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fri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838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39C12"/>
                </a:solidFill>
              </a:rPr>
              <a:t>THE CHALLENGE &amp; 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754880" cy="438912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4754880" cy="7315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7373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74C3C"/>
                </a:solidFill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Forgotten Food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CF0F1"/>
                </a:solidFill>
              </a:rPr>
              <a:t>Households throw away food because they forget what is in their fridge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32004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ECC71"/>
                </a:solidFill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1371600"/>
            <a:ext cx="4754880" cy="438912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0" y="1371600"/>
            <a:ext cx="475488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0" y="17373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CC71"/>
                </a:solidFill>
              </a:rPr>
              <a:t>THE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46888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2ECC71"/>
                </a:solidFill>
              </a:rPr>
              <a:t>Smart Inventory Tracking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83280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CF0F1"/>
                </a:solidFill>
              </a:rPr>
              <a:t>Automatic reminders before food expires. Never waste forgotten items again.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64008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95A5A6"/>
                </a:solidFill>
              </a:rPr>
              <a:t>(c) JTP Co., Ltd. All Rights Reserved.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don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838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39C12"/>
                </a:solidFill>
              </a:rPr>
              <a:t>THE CHALLENGE &amp; 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754880" cy="438912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4754880" cy="7315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7373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74C3C"/>
                </a:solidFill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Wasted Surplus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CF0F1"/>
                </a:solidFill>
              </a:rPr>
              <a:t>Restaurants &amp; stores discard surplus with no way to redistribute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32004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ECC71"/>
                </a:solidFill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1371600"/>
            <a:ext cx="4754880" cy="438912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0" y="1371600"/>
            <a:ext cx="475488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0" y="17373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CC71"/>
                </a:solidFill>
              </a:rPr>
              <a:t>THE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46888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2ECC71"/>
                </a:solidFill>
              </a:rPr>
              <a:t>Surplus Food Marketplace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83280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CF0F1"/>
                </a:solidFill>
              </a:rPr>
              <a:t>Connects donors with food banks &amp; NGOs instantly. Every extra meal finds a home.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64008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95A5A6"/>
                </a:solidFill>
              </a:rPr>
              <a:t>(c) JTP Co., Ltd. All Rights Reserved.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coo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838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39C12"/>
                </a:solidFill>
              </a:rPr>
              <a:t>THE CHALLENGE &amp; 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754880" cy="438912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4754880" cy="7315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7373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74C3C"/>
                </a:solidFill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Unused Ingredients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CF0F1"/>
                </a:solidFill>
              </a:rPr>
              <a:t>People do not know how to use leftover ingredients creatively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32004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ECC71"/>
                </a:solidFill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1371600"/>
            <a:ext cx="4754880" cy="438912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0" y="1371600"/>
            <a:ext cx="475488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0" y="17373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CC71"/>
                </a:solidFill>
              </a:rPr>
              <a:t>THE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46888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2ECC71"/>
                </a:solidFill>
              </a:rPr>
              <a:t>AI Recipe Suggestions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83280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CF0F1"/>
                </a:solidFill>
              </a:rPr>
              <a:t>Creates delicious meals from what you already have. Turn leftovers into feasts.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64008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95A5A6"/>
                </a:solidFill>
              </a:rPr>
              <a:t>(c) JTP Co., Ltd. All Rights Reserved.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ap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838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39C12"/>
                </a:solidFill>
              </a:rPr>
              <a:t>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Six Superpowers in One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291840" cy="201168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828800"/>
            <a:ext cx="329184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Smart Expiry Alerts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175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CF0F1"/>
                </a:solidFill>
              </a:rPr>
              <a:t>Never let food expire unnoticed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291840" cy="201168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60" y="1828800"/>
            <a:ext cx="329184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28600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AI Recipe Suggestions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0175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CF0F1"/>
                </a:solidFill>
              </a:rPr>
              <a:t>Cook smart with what you have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828800"/>
            <a:ext cx="3291840" cy="201168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828800"/>
            <a:ext cx="329184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28600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Community Food Sharing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0175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CF0F1"/>
                </a:solidFill>
              </a:rPr>
              <a:t>Share surplus with neighbors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206240"/>
            <a:ext cx="3291840" cy="201168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4206240"/>
            <a:ext cx="329184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6634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Waste Analytics Dashboard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39496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CF0F1"/>
                </a:solidFill>
              </a:rPr>
              <a:t>Track and reduce your waste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60" y="4206240"/>
            <a:ext cx="3291840" cy="201168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206240"/>
            <a:ext cx="329184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46634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Donation Network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539496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CF0F1"/>
                </a:solidFill>
              </a:rPr>
              <a:t>Connect with food banks easily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4206240"/>
            <a:ext cx="3291840" cy="201168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4206240"/>
            <a:ext cx="329184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46634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Multi-platform Access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539496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CF0F1"/>
                </a:solidFill>
              </a:rPr>
              <a:t>Use on any device, anywhere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0" y="64008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95A5A6"/>
                </a:solidFill>
              </a:rPr>
              <a:t>(c) JTP Co., Ltd. All Rights Reserved.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838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39C12"/>
                </a:solidFill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How It Works For You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1828800"/>
            <a:ext cx="10058400" cy="109728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" y="1828800"/>
            <a:ext cx="73152" cy="109728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9659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Works on any device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231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Seamless experience on phone, tablet, or computer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3200400"/>
            <a:ext cx="10058400" cy="109728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05840" y="3200400"/>
            <a:ext cx="73152" cy="10972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3375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Lightning-fast &amp; beautiful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7947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Instant responses with an intuitive, clean design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4572000"/>
            <a:ext cx="10058400" cy="109728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4572000"/>
            <a:ext cx="73152" cy="1097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47091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Your data is always safe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5166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Bank-level security protecting your information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5840" y="5943600"/>
            <a:ext cx="10058400" cy="109728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5943600"/>
            <a:ext cx="73152" cy="109728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60807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Smart AI that learns your habits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65379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Gets better and more personalized the more you use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64008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95A5A6"/>
                </a:solidFill>
              </a:rPr>
              <a:t>(c) JTP Co., Ltd. All Rights Reserved.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commun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838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39C12"/>
                </a:solidFill>
              </a:rPr>
              <a:t>PROJECTED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The Impact We Will Create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011680"/>
            <a:ext cx="3200400" cy="32004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011680"/>
            <a:ext cx="320040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74320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2ECC71"/>
                </a:solidFill>
              </a:rPr>
              <a:t>50%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1148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Less household food waste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2011680"/>
            <a:ext cx="3200400" cy="32004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2011680"/>
            <a:ext cx="320040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274320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39C12"/>
                </a:solidFill>
              </a:rPr>
              <a:t>10M+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41148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Meals redistributed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2011680"/>
            <a:ext cx="3200400" cy="32004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0" y="2011680"/>
            <a:ext cx="320040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274320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2ECC71"/>
                </a:solidFill>
              </a:rPr>
              <a:t>Zero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41148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Food expires forgotten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64008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95A5A6"/>
                </a:solidFill>
              </a:rPr>
              <a:t>(c) JTP Co., Ltd. All Rights Reserved.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grow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838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39C12"/>
                </a:solidFill>
              </a:rPr>
              <a:t>THE FUTURE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Our Journey Forward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1874520" y="2514600"/>
            <a:ext cx="10058400" cy="548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63040" y="2011680"/>
            <a:ext cx="822960" cy="82296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2468880" cy="18288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108960"/>
            <a:ext cx="246888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Smart Inventory
&amp; Alerts</a:t>
            </a:r>
          </a:p>
        </p:txBody>
      </p:sp>
      <p:sp>
        <p:nvSpPr>
          <p:cNvPr id="11" name="Oval 10"/>
          <p:cNvSpPr/>
          <p:nvPr/>
        </p:nvSpPr>
        <p:spPr>
          <a:xfrm>
            <a:off x="4297680" y="2011680"/>
            <a:ext cx="822960" cy="822960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3108960"/>
            <a:ext cx="2468880" cy="18288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0" y="3108960"/>
            <a:ext cx="246888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338328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AI Recipes &amp;
Community Sharing</a:t>
            </a:r>
          </a:p>
        </p:txBody>
      </p:sp>
      <p:sp>
        <p:nvSpPr>
          <p:cNvPr id="15" name="Oval 14"/>
          <p:cNvSpPr/>
          <p:nvPr/>
        </p:nvSpPr>
        <p:spPr>
          <a:xfrm>
            <a:off x="7132320" y="2011680"/>
            <a:ext cx="822960" cy="82296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108960"/>
            <a:ext cx="2468880" cy="18288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3108960"/>
            <a:ext cx="2468880" cy="73152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38328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Marketplace &amp;
Donation Network</a:t>
            </a:r>
          </a:p>
        </p:txBody>
      </p:sp>
      <p:sp>
        <p:nvSpPr>
          <p:cNvPr id="19" name="Oval 18"/>
          <p:cNvSpPr/>
          <p:nvPr/>
        </p:nvSpPr>
        <p:spPr>
          <a:xfrm>
            <a:off x="9966960" y="2011680"/>
            <a:ext cx="822960" cy="82296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3108960"/>
            <a:ext cx="2468880" cy="18288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0" y="3108960"/>
            <a:ext cx="2468880" cy="73152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338328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Global Expansion
&amp; Partnerships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64008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95A5A6"/>
                </a:solidFill>
              </a:rPr>
              <a:t>(c) JTP Co., Ltd. All Rights Reserved.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fr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838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4484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Smart Food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0040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ECC71"/>
                </a:solidFill>
              </a:rPr>
              <a:t>Every Meal Matters. Zero Waste. Full Plates.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57200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JTP Co., Ltd.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4008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95A5A6"/>
                </a:solidFill>
              </a:rPr>
              <a:t>(c) JTP Co., Ltd. All Rights Reserved.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