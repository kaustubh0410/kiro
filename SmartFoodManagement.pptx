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JTP Co.,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</a:rPr>
              <a:t>Kaustubh Londhe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Smart Food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CF0F1"/>
                </a:solidFill>
              </a:rPr>
              <a:t>Intelligent Platform for Zero Food Waste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39C12"/>
                </a:solidFill>
              </a:rPr>
              <a:t>1.3 Billion Tonnes of food wasted annually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ri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Every Day, Food Goes to Waste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32004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39C12"/>
                </a:solidFill>
              </a:rPr>
              <a:t>1.3B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Tonnes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CF0F1"/>
                </a:solidFill>
              </a:rPr>
              <a:t>Food wasted yearly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011680"/>
            <a:ext cx="32004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5603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39C12"/>
                </a:solidFill>
              </a:rPr>
              <a:t>$1 Trillion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CF0F1"/>
                </a:solidFill>
              </a:rPr>
              <a:t>Economic loss annually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011680"/>
            <a:ext cx="32004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5603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74C3C"/>
                </a:solidFill>
              </a:rPr>
              <a:t>828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CF0F1"/>
                </a:solidFill>
              </a:rPr>
              <a:t>People go hungry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f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THE CHALLENGE &amp;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Forgotten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Households throw away food because they forget what is in their fridge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4754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CC71"/>
                </a:solidFill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C71"/>
                </a:solidFill>
              </a:rPr>
              <a:t>Smart Inventory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Automatic reminders before food expires. Never waste forgotten items again.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on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THE CHALLENGE &amp;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Wasted Surplus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Restaurants &amp; stores discard surplus with no way to redistribute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4754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CC71"/>
                </a:solidFill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C71"/>
                </a:solidFill>
              </a:rPr>
              <a:t>Surplus Food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Connects donors with food banks &amp; NGOs instantly. Every extra meal finds a home.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oo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THE CHALLENGE &amp;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Unused Ingredients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People do not know how to use leftover ingredients creatively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4754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CC71"/>
                </a:solidFill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C71"/>
                </a:solidFill>
              </a:rPr>
              <a:t>AI Recipe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832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</a:rPr>
              <a:t>Creates delicious meals from what you already have. Turn leftovers into feasts.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Six Superpowers in One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32918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Smart Expiry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Never let food expire unnoticed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29184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AI Recipe Suggestions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Cook smart with what you have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2918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Community Food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Share surplus with neighbors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329184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Waste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Track and reduce your waste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20624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206240"/>
            <a:ext cx="32918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663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Donation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Connect with food banks easily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06240"/>
            <a:ext cx="329184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29184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663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Multi-platform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0F1"/>
                </a:solidFill>
              </a:rPr>
              <a:t>Use on any device, anywhere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How It Works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058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73152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Works on any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</a:rPr>
              <a:t>Seamless experience on phone, tablet, or computer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10058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73152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337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Lightning-fast &amp; beautiful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94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</a:rPr>
              <a:t>Instant responses with an intuitive, clean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572000"/>
            <a:ext cx="10058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4572000"/>
            <a:ext cx="73152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709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Your data is always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66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</a:rPr>
              <a:t>Bank-level security protecting your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943600"/>
            <a:ext cx="10058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5943600"/>
            <a:ext cx="73152" cy="10972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6080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Smart AI that learns your habits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537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</a:rPr>
              <a:t>Gets better and more personalized the more you use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PROJECTED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The Impact We Will 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32004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CC71"/>
                </a:solidFill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Less household food waste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011680"/>
            <a:ext cx="32004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39C12"/>
                </a:solidFill>
              </a:rPr>
              <a:t>10M+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Meals redistributed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011680"/>
            <a:ext cx="3200400" cy="3200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011680"/>
            <a:ext cx="32004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CC71"/>
                </a:solidFill>
              </a:rP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Food expires forgotten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Our Journey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0" y="2514600"/>
            <a:ext cx="10058400" cy="5486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46888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2468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Smart Inventory
&amp; Alerts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108960"/>
            <a:ext cx="246888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108960"/>
            <a:ext cx="24688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Recipes &amp;
Community Sharing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08960"/>
            <a:ext cx="246888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2468880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Marketplace &amp;
Donation Network</a:t>
            </a:r>
          </a:p>
        </p:txBody>
      </p:sp>
      <p:sp>
        <p:nvSpPr>
          <p:cNvPr id="19" name="Oval 18"/>
          <p:cNvSpPr/>
          <p:nvPr/>
        </p:nvSpPr>
        <p:spPr>
          <a:xfrm>
            <a:off x="9966960" y="2011680"/>
            <a:ext cx="822960" cy="8229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108960"/>
            <a:ext cx="246888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3108960"/>
            <a:ext cx="246888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383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Global Expansion
&amp; 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fre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Smart Food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</a:rPr>
              <a:t>Every Meal Matters. Zero Waste. Full Plates.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JTP Co.,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A5A6"/>
                </a:solidFill>
              </a:rPr>
              <a:t>(c) JTP Co., Ltd.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